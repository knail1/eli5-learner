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2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M"/>
  </p:sldMasterIdLst>
  <p:sldIdLst>
    <p:sldId id="256" r:id="rId1"/>
    <p:sldId id="257" r:id="rId2"/>
    <p:sldId id="258" r:id="rId3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M" Type="http://schemas.openxmlformats.org/officeDocument/2006/relationships/slideMaster" Target="slideMasters/slideMaster1.xml"/><Relationship Id="rId1" Type="http://schemas.openxmlformats.org/officeDocument/2006/relationships/slide" Target="slides/slide10.xml"/><Relationship Id="rId2" Type="http://schemas.openxmlformats.org/officeDocument/2006/relationships/slide" Target="slides/slide2.xml"/><Relationship Id="rId3" Type="http://schemas.openxmlformats.org/officeDocument/2006/relationships/slide" Target="slides/slide1.xml"/></Relationship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" name="Slide Image"/>
          <p:cNvSpPr/>
          <p:nvPr>
            <p:ph type="sldImg"/>
          </p:nvPr>
        </p:nvSpPr>
        <p:spPr/>
      </p:sp>
      <p:sp>
        <p:nvSpPr>
          <p:cNvPr id="17" name="Notes"/>
          <p:cNvSpPr/>
          <p:nvPr>
            <p:ph type="body" idx="1"/>
          </p:nvPr>
        </p:nvSpPr>
        <p:spPr/>
        <p:txBody>
          <a:bodyPr/>
          <a:lstStyle/>
          <a:p>
            <a:r>
              <a:rPr lang="en-US"/>
              <a:t>Notes for the opening slide.</a:t>
            </a:r>
          </a:p>
        </p:txBody>
      </p:sp>
      <p:sp>
        <p:nvSpPr>
          <p:cNvPr id="18" name="Slide Number"/>
          <p:cNvSpPr/>
          <p:nvPr>
            <p:ph type="sldNum" idx="5"/>
          </p:nvPr>
        </p:nvSpPr>
        <p:spPr/>
        <p:txBody>
          <a:bodyPr/>
          <a:lstStyle/>
          <a:p>
            <a:fld id="{00000000-0000-0000-0000-000000000001}" type="slidenum">
              <a:t>1</a:t>
            </a:fld>
          </a:p>
        </p:txBody>
      </p:sp>
    </p:spTree>
  </p:cSld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Title"/>
          <p:cNvSpPr/>
          <p:nvPr>
            <p:ph type="title"/>
          </p:nvPr>
        </p:nvSpPr>
        <p:spPr>
          <a:xfrm>
            <a:off x="457200" y="274320"/>
            <a:ext cx="7315200" cy="914400"/>
          </a:xfrm>
        </p:spPr>
        <p:txBody>
          <a:bodyPr/>
          <a:lstStyle/>
        </p:txBody>
      </p:sp>
      <p:sp>
        <p:nvSpPr>
          <p:cNvPr id="12" name="Subtitle"/>
          <p:cNvSpPr/>
          <p:nvPr>
            <p:ph type="subTitle" idx="1"/>
          </p:nvPr>
        </p:nvSpPr>
        <p:spPr>
          <a:xfrm>
            <a:off x="457200" y="1828800"/>
            <a:ext cx="7315200" cy="914400"/>
          </a:xfrm>
        </p:spPr>
        <p:txBody>
          <a:bodyPr/>
          <a:lstStyle/>
        </p:txBody>
      </p:sp>
      <p:sp>
        <p:nvSpPr>
          <p:cNvPr id="13" name="Content"/>
          <p:cNvSpPr/>
          <p:nvPr>
            <p:ph idx="1"/>
          </p:nvPr>
        </p:nvSpPr>
        <p:spPr>
          <a:xfrm>
            <a:off x="457200" y="1371600"/>
            <a:ext cx="8229600" cy="4572000"/>
          </a:xfrm>
        </p:spPr>
        <p:txBody>
          <a:bodyPr/>
          <a:lstStyle/>
        </p:txBody>
      </p:sp>
    </p:spTree>
  </p:cSld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L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L" Type="http://schemas.openxmlformats.org/officeDocument/2006/relationships/slideLayout" Target="../slideLayouts/slideLayout1.xml"/></Relationships>
</file>

<file path=ppt/slides/_rels/slide10.xml.rels><?xml version="1.0" encoding="UTF-8" standalone="yes"?>
<Relationships xmlns="http://schemas.openxmlformats.org/package/2006/relationships"><Relationship Id="rIdL" Type="http://schemas.openxmlformats.org/officeDocument/2006/relationships/slideLayout" Target="../slideLayouts/slideLayout1.xml"/><Relationship Id="rIdN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Title"/>
          <p:cNvSpPr/>
          <p:nvPr>
            <p:ph type="title"/>
          </p:nvPr>
        </p:nvSpPr>
        <p:spPr/>
        <p:txBody>
          <a:bodyPr/>
          <a:lstStyle/>
          <a:p>
            <a:r>
              <a:rPr lang="en-US"/>
              <a:t>Closing</a:t>
            </a:r>
          </a:p>
        </p:txBody>
      </p:sp>
      <p:sp>
        <p:nvSpPr>
          <p:cNvPr id="11" name="Content"/>
          <p:cNvSpPr/>
          <p:nvPr>
            <p:ph idx="1"/>
          </p:nvPr>
        </p:nvSpPr>
        <p:spPr/>
        <p:txBody>
          <a:bodyPr/>
          <a:lstStyle/>
          <a:p>
            <a:r>
              <a:rPr lang="en-US"/>
              <a:t>Thanks for reading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" name="Title"/>
          <p:cNvSpPr/>
          <p:nvPr>
            <p:ph type="title"/>
          </p:nvPr>
        </p:nvSpPr>
        <p:spPr/>
        <p:txBody>
          <a:bodyPr/>
          <a:lstStyle/>
          <a:p>
            <a:r>
              <a:rPr lang="en-US"/>
              <a:t>Middle</a:t>
            </a:r>
          </a:p>
        </p:txBody>
      </p:sp>
      <p:sp>
        <p:nvSpPr>
          <p:cNvPr id="15" name="Content"/>
          <p:cNvSpPr/>
          <p:nvPr>
            <p:ph idx="1"/>
          </p:nvPr>
        </p:nvSpPr>
        <p:spPr/>
        <p:txBody>
          <a:bodyPr/>
          <a:lstStyle/>
          <a:p>
            <a:r>
              <a:rPr lang="en-US"/>
              <a:t>The main argument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" name="Title"/>
          <p:cNvSpPr/>
          <p:nvPr>
            <p:ph type="title"/>
          </p:nvPr>
        </p:nvSpPr>
        <p:spPr/>
        <p:txBody>
          <a:bodyPr/>
          <a:lstStyle/>
          <a:p>
            <a:r>
              <a:rPr lang="en-US"/>
              <a:t>Opening</a:t>
            </a:r>
          </a:p>
        </p:txBody>
      </p:sp>
      <p:sp>
        <p:nvSpPr>
          <p:cNvPr id="13" name="Content"/>
          <p:cNvSpPr/>
          <p:nvPr>
            <p:ph idx="1"/>
          </p:nvPr>
        </p:nvSpPr>
        <p:spPr/>
        <p:txBody>
          <a:bodyPr/>
          <a:lstStyle/>
          <a:p>
            <a:r>
              <a:rPr lang="en-US"/>
              <a:t>Why this deck exists</a:t>
            </a:r>
          </a:p>
        </p:txBody>
      </p:sp>
    </p:spTree>
  </p:cSld>
</p:sld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PowerPoint Presentation</dc:title>
  <dc:creator>Example Widgets Inc.</dc:creator>
  <dcterms:created xsi:type="dcterms:W3CDTF">2026-01-01T00:00:00Z</dcterms:created>
</cp:coreProperties>
</file>